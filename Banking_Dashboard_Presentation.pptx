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Banking Dashboard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Analytics using Power BI</a:t>
            </a:r>
          </a:p>
          <a:p/>
          <a:p>
            <a:r>
              <a:t>Vishu Rathi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Purpose of the project</a:t>
            </a:r>
          </a:p>
          <a:p>
            <a:pPr/>
            <a:r>
              <a:t>Why a dashboard is needed in banking</a:t>
            </a:r>
          </a:p>
          <a:p>
            <a:pPr/>
            <a:r>
              <a:t>Key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Challenges in banking data analysis</a:t>
            </a:r>
          </a:p>
          <a:p>
            <a:pPr/>
            <a:r>
              <a:t>Issues with manual reporting</a:t>
            </a:r>
          </a:p>
          <a:p>
            <a:pPr/>
            <a:r>
              <a:t>Need for real-time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Automate banking data visualization</a:t>
            </a:r>
          </a:p>
          <a:p>
            <a:pPr/>
            <a:r>
              <a:t>Provide real-time KPIs</a:t>
            </a:r>
          </a:p>
          <a:p>
            <a:pPr/>
            <a:r>
              <a:t>Enhance decision-making with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Power BI (Dashboard creation)</a:t>
            </a:r>
          </a:p>
          <a:p>
            <a:pPr/>
            <a:r>
              <a:t>Data Sources (Banking transactions, customer records, etc.)</a:t>
            </a:r>
          </a:p>
          <a:p>
            <a:pPr/>
            <a:r>
              <a:t>Data Cleaning &amp; Transformation 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Collection</a:t>
            </a:r>
          </a:p>
          <a:p>
            <a:pPr/>
            <a:r>
              <a:t>Data Preprocessing (ETL)</a:t>
            </a:r>
          </a:p>
          <a:p>
            <a:pPr/>
            <a:r>
              <a:t>Dashboard Design</a:t>
            </a:r>
          </a:p>
          <a:p>
            <a:pPr/>
            <a:r>
              <a:t>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the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Customer segmentation analysis</a:t>
            </a:r>
          </a:p>
          <a:p>
            <a:pPr/>
            <a:r>
              <a:t>Loan &amp; deposits tracking</a:t>
            </a:r>
          </a:p>
          <a:p>
            <a:pPr/>
            <a:r>
              <a:t>Revenue &amp; expense monitoring</a:t>
            </a:r>
          </a:p>
          <a:p>
            <a:pPr/>
            <a:r>
              <a:t>Branch performance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(Insert screenshots of your Power BI dashboard here)</a:t>
            </a:r>
          </a:p>
          <a:p>
            <a:pPr/>
            <a:r>
              <a:t>Highlight charts, KPIs, and filters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Growth/decline trends</a:t>
            </a:r>
          </a:p>
          <a:p>
            <a:pPr/>
            <a:r>
              <a:t>High-value customers</a:t>
            </a:r>
          </a:p>
          <a:p>
            <a:pPr/>
            <a:r>
              <a:t>Risk areas (e.g., loan defaults)</a:t>
            </a:r>
          </a:p>
          <a:p>
            <a:pPr/>
            <a:r>
              <a:t>Performance comparisons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Time-saving for management</a:t>
            </a:r>
          </a:p>
          <a:p>
            <a:pPr/>
            <a:r>
              <a:t>Better financial decisions</a:t>
            </a:r>
          </a:p>
          <a:p>
            <a:pPr/>
            <a:r>
              <a:t>Improved customer targeting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cleaning difficulties</a:t>
            </a:r>
          </a:p>
          <a:p>
            <a:pPr/>
            <a:r>
              <a:t>Handling large data volume</a:t>
            </a:r>
          </a:p>
          <a:p>
            <a:pPr/>
            <a:r>
              <a:t>Designing interactive visuals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AI/ML for predictive banking analytics</a:t>
            </a:r>
          </a:p>
          <a:p>
            <a:pPr/>
            <a:r>
              <a:t>Integration with mobile apps</a:t>
            </a:r>
          </a:p>
          <a:p>
            <a:pPr/>
            <a:r>
              <a:t>Real-time fraud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Recap of project objectives &amp; outcomes</a:t>
            </a:r>
          </a:p>
          <a:p>
            <a:pPr/>
            <a:r>
              <a:t>Final thoughts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